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0" r:id="rId5"/>
    <p:sldId id="259" r:id="rId6"/>
    <p:sldId id="264" r:id="rId7"/>
    <p:sldId id="258" r:id="rId8"/>
    <p:sldId id="262" r:id="rId9"/>
    <p:sldId id="261" r:id="rId10"/>
    <p:sldId id="263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8DE8669F-0B66-4AF7-B539-26290576BA3C}" type="datetimeFigureOut">
              <a:rPr lang="en-US" smtClean="0"/>
              <a:pPr/>
              <a:t>6/7/2017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9031F8DD-B735-492B-AD3B-B4313E68604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assrooms.com/courses/build-your-web-projects-with-rest-apis/choosing-rest" TargetMode="External"/><Relationship Id="rId2" Type="http://schemas.openxmlformats.org/officeDocument/2006/relationships/hyperlink" Target="https://openclassrooms.com/courses/build-your-web-projects-with-rest-apis/examples-of-rest-api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quora.com/How-is-REST-usefu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presentational_state_transfer" TargetMode="External"/><Relationship Id="rId2" Type="http://schemas.openxmlformats.org/officeDocument/2006/relationships/hyperlink" Target="http://www.restapitutorial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.ytimg.com/vi/t27jSNvcotQ/hqdefault.jpg?custom=true&amp;w=336&amp;h=188&amp;stc=true&amp;jpg444=true&amp;jpgq=90&amp;sp=68&amp;sigh=S2YkrUhENjTW53_XRjVFTCElfRc" TargetMode="External"/><Relationship Id="rId4" Type="http://schemas.openxmlformats.org/officeDocument/2006/relationships/hyperlink" Target="https://dev.twitter.com/rest/publ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7200" dirty="0" smtClean="0"/>
              <a:t>REST API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183880" cy="1051560"/>
          </a:xfrm>
        </p:spPr>
        <p:txBody>
          <a:bodyPr/>
          <a:lstStyle/>
          <a:p>
            <a:r>
              <a:rPr lang="en-US" dirty="0" smtClean="0"/>
              <a:t>What is REST?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571612"/>
            <a:ext cx="8183880" cy="4473704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RE</a:t>
            </a:r>
            <a:r>
              <a:rPr lang="en-US" dirty="0" err="1" smtClean="0"/>
              <a:t>presentational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dirty="0" smtClean="0"/>
              <a:t>tate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dirty="0" smtClean="0"/>
              <a:t>ransfer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Architecture Style for designing networked applications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Uses HTTP protocol for Communication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Treats server objects as resources that can be created or destroyed. (resources are accessed through URIs)</a:t>
            </a:r>
          </a:p>
          <a:p>
            <a:pPr algn="just">
              <a:buFont typeface="Wingdings" pitchFamily="2" charset="2"/>
              <a:buChar char="q"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51" y="548447"/>
            <a:ext cx="8183880" cy="720313"/>
          </a:xfrm>
        </p:spPr>
        <p:txBody>
          <a:bodyPr/>
          <a:lstStyle/>
          <a:p>
            <a:r>
              <a:rPr lang="en-US" dirty="0" smtClean="0"/>
              <a:t>WHY REST?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183880" cy="462000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demands the use of hypertext, which scales very well since the client and server are very loosely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is always independent of the type of platform 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protocol totally separates the user interface from the server and the data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 different components of the developments to be evolved independently</a:t>
            </a:r>
            <a:r>
              <a:rPr lang="en-US" sz="2400" dirty="0" smtClean="0"/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5301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183880" cy="105156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REST ARCHITECTURAL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714488"/>
            <a:ext cx="8183880" cy="4187952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sz="3200" dirty="0" smtClean="0"/>
              <a:t>CLIENT-SERVER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/>
              <a:t>STATELESS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/>
              <a:t>CACHEABLE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/>
              <a:t>LAYERED SYSTEM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/>
              <a:t>CODE-ON-DEMAND(OPTIONAL)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/>
              <a:t>UNIFORM INTERFACE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l="18026" t="21455" r="49350" b="37604"/>
          <a:stretch>
            <a:fillRect/>
          </a:stretch>
        </p:blipFill>
        <p:spPr bwMode="auto">
          <a:xfrm>
            <a:off x="2214546" y="1428736"/>
            <a:ext cx="4714908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469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 requests are made to a resource’s URI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Uniform Resource Identifier (URI) is a string of characters  used to identify a resource.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responses of REST APIs can be delivered in multiple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formats (JSON,XML)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(JavaScript Object Notation) is a commonly used format for these responses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resource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provide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links to other related resources or collections of resources</a:t>
            </a:r>
          </a:p>
        </p:txBody>
      </p:sp>
    </p:spTree>
    <p:extLst>
      <p:ext uri="{BB962C8B-B14F-4D97-AF65-F5344CB8AC3E}">
        <p14:creationId xmlns="" xmlns:p14="http://schemas.microsoft.com/office/powerpoint/2010/main" val="80973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428604"/>
            <a:ext cx="8183880" cy="1051560"/>
          </a:xfrm>
        </p:spPr>
        <p:txBody>
          <a:bodyPr/>
          <a:lstStyle/>
          <a:p>
            <a:r>
              <a:rPr lang="en-US" dirty="0" smtClean="0"/>
              <a:t>HTTP REQUEST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785926"/>
            <a:ext cx="8183880" cy="4187952"/>
          </a:xfrm>
        </p:spPr>
        <p:txBody>
          <a:bodyPr/>
          <a:lstStyle/>
          <a:p>
            <a:r>
              <a:rPr lang="en-US" dirty="0" smtClean="0"/>
              <a:t>GET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method requests a representation of the specified resource.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using GET should only retrieve data and should have no other effect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requests can be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cached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cs typeface="Times New Roman" panose="02020603050405020304" pitchFamily="18" charset="0"/>
              </a:rPr>
              <a:t>DELETE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smtClean="0"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method deletes the specified resource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46920"/>
          </a:xfrm>
        </p:spPr>
        <p:txBody>
          <a:bodyPr>
            <a:normAutofit/>
          </a:bodyPr>
          <a:lstStyle/>
          <a:p>
            <a:r>
              <a:rPr lang="en-US" dirty="0" smtClean="0"/>
              <a:t>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method requests that the enclosed entity be stored under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supplied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the URI refers to an already existing resource, it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URI does not point to an existing resource, then the server can create the resource with that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/>
              <a:t>POST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Submits data to be processed to a specified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requests are never cached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2884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8183880" cy="105156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ADVANTAGES OF REST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643050"/>
            <a:ext cx="8183880" cy="4187952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PERFORMANCE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SCALABILITY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RELIABILITY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PORTABILITY OF COMPONENTS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MODIFIABILITY OF COMPONENTS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VISIBILITY OF COMMUNICATION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SIMPLICITY OF A UNIFORM INTERFACE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30352"/>
            <a:ext cx="8183880" cy="810416"/>
          </a:xfrm>
        </p:spPr>
        <p:txBody>
          <a:bodyPr/>
          <a:lstStyle/>
          <a:p>
            <a:r>
              <a:rPr lang="en-US" dirty="0" smtClean="0"/>
              <a:t>REAL EXAMPLES OF REST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84931"/>
            <a:ext cx="8183880" cy="4187952"/>
          </a:xfrm>
        </p:spPr>
        <p:txBody>
          <a:bodyPr/>
          <a:lstStyle/>
          <a:p>
            <a:r>
              <a:rPr lang="en-US" dirty="0" smtClean="0"/>
              <a:t>Instagram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allows your applications to retrieve user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accounts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photos, tags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</a:p>
          <a:p>
            <a:pPr algn="just"/>
            <a:r>
              <a:rPr lang="en-US" dirty="0" smtClean="0"/>
              <a:t>Gmail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API revolves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around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messages, labels,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drafts and history</a:t>
            </a:r>
          </a:p>
          <a:p>
            <a:pPr algn="just"/>
            <a:r>
              <a:rPr lang="en-US" dirty="0" smtClean="0">
                <a:cs typeface="Times New Roman" panose="02020603050405020304" pitchFamily="18" charset="0"/>
              </a:rPr>
              <a:t>Other Examples include GitHub etc.</a:t>
            </a:r>
          </a:p>
          <a:p>
            <a:pPr marL="0" indent="0" algn="just">
              <a:buNone/>
            </a:pPr>
            <a:endParaRPr lang="en-US" i="1" dirty="0"/>
          </a:p>
        </p:txBody>
      </p:sp>
    </p:spTree>
    <p:extLst>
      <p:ext uri="{BB962C8B-B14F-4D97-AF65-F5344CB8AC3E}">
        <p14:creationId xmlns="" xmlns:p14="http://schemas.microsoft.com/office/powerpoint/2010/main" val="51753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87" y="548680"/>
            <a:ext cx="8183880" cy="1051560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1" y="1744256"/>
            <a:ext cx="8183880" cy="4187952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openclassrooms.com/courses/build-your-web-projects-with-rest-apis/examples-of-rest-apis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openclassrooms.com/courses/build-your-web-projects-with-rest-apis/choosing-rest</a:t>
            </a:r>
            <a:endParaRPr lang="en-US" dirty="0" smtClean="0"/>
          </a:p>
          <a:p>
            <a:r>
              <a:rPr lang="en-US">
                <a:hlinkClick r:id="rId4"/>
              </a:rPr>
              <a:t>https://www.quora.com/How-is-REST-useful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8654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27540"/>
          </a:xfrm>
        </p:spPr>
        <p:txBody>
          <a:bodyPr>
            <a:normAutofit/>
          </a:bodyPr>
          <a:lstStyle/>
          <a:p>
            <a:endParaRPr lang="en-US" dirty="0" smtClean="0">
              <a:hlinkClick r:id="rId2"/>
            </a:endParaRPr>
          </a:p>
          <a:p>
            <a:r>
              <a:rPr lang="en-US" dirty="0" smtClean="0">
                <a:hlinkClick r:id="rId2"/>
              </a:rPr>
              <a:t>http</a:t>
            </a:r>
            <a:r>
              <a:rPr lang="en-US" dirty="0" smtClean="0">
                <a:hlinkClick r:id="rId2"/>
              </a:rPr>
              <a:t>://www.restapitutorial.com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en.wikipedia.org/wiki/Representational_state_transfer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dev.twitter.com/rest/public</a:t>
            </a:r>
            <a:endParaRPr lang="en-US" dirty="0" smtClean="0"/>
          </a:p>
          <a:p>
            <a:r>
              <a:rPr lang="en-US" dirty="0" smtClean="0"/>
              <a:t>Picture </a:t>
            </a:r>
            <a:r>
              <a:rPr lang="en-US" dirty="0" smtClean="0"/>
              <a:t>Source-: </a:t>
            </a:r>
            <a:r>
              <a:rPr lang="en-US" dirty="0" smtClean="0">
                <a:hlinkClick r:id="rId5"/>
              </a:rPr>
              <a:t>https</a:t>
            </a:r>
            <a:r>
              <a:rPr lang="en-US" dirty="0" smtClean="0">
                <a:hlinkClick r:id="rId5"/>
              </a:rPr>
              <a:t>://</a:t>
            </a:r>
            <a:r>
              <a:rPr lang="en-US" dirty="0" smtClean="0">
                <a:hlinkClick r:id="rId5"/>
              </a:rPr>
              <a:t>i.ytimg.com/vi/t27jSNvcotQ/hqdefault.jpg?custom=true&amp;w=336&amp;h=188&amp;stc=true&amp;jpg444=true&amp;jpgq=90&amp;sp=68&amp;sigh=S2YkrUhENjTW53_XRjVFTCElfRc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135</TotalTime>
  <Words>276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Aspect</vt:lpstr>
      <vt:lpstr>REST API </vt:lpstr>
      <vt:lpstr>What is REST?</vt:lpstr>
      <vt:lpstr>WHY REST?</vt:lpstr>
      <vt:lpstr>REST ARCHITECTURAL CONSTRAINTS</vt:lpstr>
      <vt:lpstr>Slide 5</vt:lpstr>
      <vt:lpstr>Slide 6</vt:lpstr>
      <vt:lpstr>HTTP REQUEST METHODS</vt:lpstr>
      <vt:lpstr>Slide 8</vt:lpstr>
      <vt:lpstr>ADVANTAGES OF REST ARCHITECTURE</vt:lpstr>
      <vt:lpstr>REAL EXAMPLES OF REST API</vt:lpstr>
      <vt:lpstr>REFERENCES</vt:lpstr>
      <vt:lpstr>Slide 12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</dc:title>
  <dc:creator>Dashore</dc:creator>
  <cp:lastModifiedBy>Dashore</cp:lastModifiedBy>
  <cp:revision>12</cp:revision>
  <dcterms:created xsi:type="dcterms:W3CDTF">2017-06-03T02:49:49Z</dcterms:created>
  <dcterms:modified xsi:type="dcterms:W3CDTF">2017-06-07T02:52:18Z</dcterms:modified>
</cp:coreProperties>
</file>